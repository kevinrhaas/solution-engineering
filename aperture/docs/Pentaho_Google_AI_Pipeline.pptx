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Automated Loan Document Intelligence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Document AI</a:t>
            </a:r>
            <a:br/>
            <a:r>
              <a:t>Extract Data from Loan Docs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828800"/>
            <a:ext cx="2011680" cy="914400"/>
          </a:xfrm>
          <a:prstGeom prst="rect">
            <a:avLst/>
          </a:prstGeom>
          <a:solidFill>
            <a:srgbClr val="0099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Pentaho Data Integration</a:t>
            </a:r>
            <a:br/>
            <a:r>
              <a:t>ETL &amp; Workflow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3657600"/>
            <a:ext cx="2011680" cy="914400"/>
          </a:xfrm>
          <a:prstGeom prst="rect">
            <a:avLst/>
          </a:prstGeom>
          <a:solidFill>
            <a:srgbClr val="0066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AlloyDB</a:t>
            </a:r>
            <a:br/>
            <a:r>
              <a:t>Operational Data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828800"/>
            <a:ext cx="201168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Vertex AI</a:t>
            </a:r>
            <a:br/>
            <a:r>
              <a:t>Risk Scoring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640080"/>
            <a:ext cx="201168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Gemini</a:t>
            </a:r>
            <a:br/>
            <a:r>
              <a:t>Summary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657600"/>
            <a:ext cx="2011680" cy="914400"/>
          </a:xfrm>
          <a:prstGeom prst="rect">
            <a:avLst/>
          </a:prstGeom>
          <a:solidFill>
            <a:srgbClr val="9966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BigQuery</a:t>
            </a:r>
            <a:br/>
            <a:r>
              <a:t>Analytics &amp; Reporting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274320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228600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37760" y="1005840"/>
            <a:ext cx="54864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4389120"/>
            <a:ext cx="1554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